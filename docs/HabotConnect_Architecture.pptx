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0" cy="91440"/>
          </a:xfrm>
          <a:prstGeom prst="rect">
            <a:avLst/>
          </a:prstGeom>
          <a:solidFill>
            <a:srgbClr val="ED8936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Habot Connect FZCO — Deployment &amp; Automation Blueprint</a:t>
            </a:r>
          </a:p>
          <a:p>
            <a:pPr>
              <a:spcBef>
                <a:spcPts val="1000"/>
              </a:spcBef>
              <a:defRPr sz="1700">
                <a:solidFill>
                  <a:srgbClr val="E2E8F0"/>
                </a:solidFill>
              </a:defRPr>
            </a:pPr>
            <a:r>
              <a:t>Staging Restoration, Poka-Yoke Automated Build Gates &amp; Deterministic DCYN Data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966960" cy="1645920"/>
          </a:xfrm>
          <a:prstGeom prst="roundRect">
            <a:avLst/>
          </a:prstGeom>
          <a:solidFill>
            <a:srgbClr val="1E406E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Candidate Name: SHAIK AKRAM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Critical Staging Scenario: Incident Breakdown &amp; 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C53030"/>
          </a:solidFill>
          <a:ln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endParaRPr lang="en-IN" dirty="0"/>
          </a:p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Incident Anatomy: What Failed in Staging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278892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 junior developer pushed an emergency hotfix directly bypassing standard code review and staging verification gates.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Unencrypted GCP service account credentials and raw API secrets were embedded directly in application source code.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An unvalidated schema modification altered student onboarding payload keys, severing downstream </a:t>
            </a:r>
            <a:r>
              <a:rPr dirty="0" err="1"/>
              <a:t>BigQuery</a:t>
            </a:r>
            <a:r>
              <a:rPr dirty="0"/>
              <a:t> analytics ingestion.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Failure to enforce pre-commit linters allowed malformed formatting, untyped inputs, and circular dependencies into staging.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Absence of a 'Fail-Closed' posture allowed the defective container image to deploy successfully despite critical security flaws.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8185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Three Mandated Engineering Remediation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36317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Task 1: Secure Infrastructure as Code (</a:t>
            </a:r>
            <a:r>
              <a:rPr dirty="0" err="1"/>
              <a:t>IaC</a:t>
            </a:r>
            <a:r>
              <a:rPr dirty="0"/>
              <a:t>) — Provisioning D0 Raw Landing (GCS) and D1 Staged/Enforced (</a:t>
            </a:r>
            <a:r>
              <a:rPr dirty="0" err="1"/>
              <a:t>BigQuery</a:t>
            </a:r>
            <a:r>
              <a:rPr dirty="0"/>
              <a:t>) using modular Terraform.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Enforcing Customer-Managed Encryption Keys (CMEK), Uniform Bucket-Level Access, and strict Row-Level Security (RLS) policies.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Task 2: Poka-Yoke Automated CI/CD Build Gate — Designing an uncompromising Fail-Closed GitHub Actions pipeline.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Automated gates halt and quarantine any build with secret leakage, style non-conformance, or vulnerable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Task 3: Schema Deconstruction &amp; DCYN Library — Converting human subjective inputs into deterministic binary (Yes/No) truths.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Implementing zero-judgment Django REST Framework serializers matching Pub/Sub and </a:t>
            </a:r>
            <a:r>
              <a:rPr dirty="0" err="1"/>
              <a:t>BigQuery</a:t>
            </a:r>
            <a:r>
              <a:rPr dirty="0"/>
              <a:t> schemas exactly.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HabotConnect Culture: Values &amp; Leadership Principles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76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Poka-Yoke (Mistake-Proofing)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6297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Golden Rule: Never rely on 'human memory' or 'good intentions' to prevent production bugs.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Automated build gates act as hard physical interlocks—mechanically preventing bad code from proceeding.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Deterministic linters and type checkers eliminate 100% of stylistic debates.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Every schema boundary is validated mathematically with zero tolerance for fuzziness.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1211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Absolute Structural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76297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Quiet Management: Engineers operate autonomously with extreme ownership and zero micromanagement.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Strict adherence to naming conventions, full forms only, and complete absence of placeholders.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Least Privilege access control: every service account possesses strictly the minimal required permissions.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Immutable audit trails: every raw payload is hashed with SHA-256 before transformation.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076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3. Fail-Closed Security 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58613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Default Deny: In any ambiguous, erroneous, or unexpected state, the system halts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If parental consent is missing, ingestion halts with an HTTP 400 Bad Request.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If a secret token pattern is matched, GitHub Actions aborts packaging and isolates the commit.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Row-Level Security returns 0 rows to unauthorized actors rather than leaking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Architecture: Secure Data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4688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18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Step 1: Frontend &amp;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615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React SPA Onboarding Portal.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Client-side validation of student demographic data.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HTTPS TLS 1.3 Transport Encryption.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Parent and LSA persona role token authentication.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Submits atomic JSON onboarding payload to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371600"/>
            <a:ext cx="24688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89118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Step 2: DRF Ingestion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Django REST Framework Ingestion Service.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Poka-Yoke Fail-Closed Secret Key Loading.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DCYN Logic Library binary deconstruction.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Zero-judgment boundary &amp; age limit validation.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Computes SHA-256 payload audit digest.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468880" cy="73152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1282" y="19718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Step 3: Pub/Sub &amp; D0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1282" y="274910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Google Cloud Pub/Sub topic 'student-onboarding-raw'.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At-least-once streaming guarantee.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D0 Raw Landing Bucket (GCS).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CMEK Cloud KMS encryption.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Uniform bucket-level access &amp; audit logging.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Lifecycle: 30d Nearline, 90d deletion.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4688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89118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Step 4: D1 </a:t>
            </a:r>
            <a:r>
              <a:rPr dirty="0" err="1"/>
              <a:t>BigQuery</a:t>
            </a:r>
            <a:r>
              <a:rPr dirty="0"/>
              <a:t>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4" y="274910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</a:t>
            </a:r>
            <a:r>
              <a:rPr dirty="0" err="1"/>
              <a:t>BigQuery</a:t>
            </a:r>
            <a:r>
              <a:rPr dirty="0"/>
              <a:t> D1 Staged/Enforced dataset.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Day-level partitioning on ingestion timestamp.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Clustered on assigned LSA &amp; jurisdiction.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Row-Level Security (RLS) enforcement.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Downstream analytics for LSA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1: Terraform IaC — D0 Raw Landing Google Cloud Storage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Bucket Hardening &amp; Protection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Resource Identifier: habotconnect-d0-raw-landing-staging-xxxx.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Uniform Bucket-Level Access: Enabled (disables legacy POSIX ACLs, enforces IAM).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Public Access Prevention: Enforced (hard blocks any public internet visibility).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Object Versioning: Enabled (protects against accidental deletion or overwrite).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Customer-Managed Encryption Keys (CMEK): Cloud KMS Keyring integration.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Immutable Audit Logging: All access and storage events streamed to dedicated audit bucket.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Automated Rotation: Cloud KMS </a:t>
            </a:r>
            <a:r>
              <a:rPr dirty="0" err="1"/>
              <a:t>CryptoKey</a:t>
            </a:r>
            <a:r>
              <a:rPr dirty="0"/>
              <a:t> rotates automatically every 90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0500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Mistake-Proofing Retention Lifecycle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280" y="2376506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Rule 1 (Nearline Transition): Objects older than 30 days automatically move to Nearline storage (saving 50% on storage costs).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Rule 2 (</a:t>
            </a:r>
            <a:r>
              <a:rPr dirty="0" err="1"/>
              <a:t>Coldline</a:t>
            </a:r>
            <a:r>
              <a:rPr dirty="0"/>
              <a:t> Transition): Objects older than 60 days move to </a:t>
            </a:r>
            <a:r>
              <a:rPr dirty="0" err="1"/>
              <a:t>Coldline</a:t>
            </a:r>
            <a:r>
              <a:rPr dirty="0"/>
              <a:t> storage.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Rule 3 (Data Retention Expiration): Live raw objects permanently deleted after 90 days (complies with UAE data minimization mandate).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Rule 4 (Non-Current Version Expiration): Superseded object versions automatically deleted after 14 days.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Zero-Waste Architecture: Eliminates manual janitor scripts and human operational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1: Terraform IaC — D1 Staged Google BigQuery Warehouse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3058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D1 Staged/Enforced Dataset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318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Dataset ID: habotconnect_d1_staged_enforced (Location: me-central1 Dubai).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Default Table Expiration: 180 days (prevents staging data creep).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CMEK Cloud KMS Encryption: Uses dedicated </a:t>
            </a:r>
            <a:r>
              <a:rPr dirty="0" err="1"/>
              <a:t>BigQuery</a:t>
            </a:r>
            <a:r>
              <a:rPr dirty="0"/>
              <a:t> CMEK </a:t>
            </a:r>
            <a:r>
              <a:rPr dirty="0" err="1"/>
              <a:t>CryptoKey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Access Control List: OWNER (Terraform Admin), WRITER (Analytics Pipeline Service Account), READER (LSA &amp; Compliance Groups).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Data Classification: Confidential Staged Enforced.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Automated Provisioning: 100% reproducible via Terraform main.tf without manual GCP Console touches.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1280" y="192466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High-Performance Partitioning &amp;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280" y="2576297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Target Table: </a:t>
            </a:r>
            <a:r>
              <a:rPr dirty="0" err="1"/>
              <a:t>student_onboarding_staged</a:t>
            </a:r>
            <a:r>
              <a:rPr dirty="0"/>
              <a:t> (24 strictly typed schema columns).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Day-Level Time Partitioning: Partitioned by '</a:t>
            </a:r>
            <a:r>
              <a:rPr dirty="0" err="1"/>
              <a:t>ingestion_timestamp</a:t>
            </a:r>
            <a:r>
              <a:rPr dirty="0"/>
              <a:t>' (reduces analytical scan costs by up to 95%).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Multi-Column Clustering: Clustered on '</a:t>
            </a:r>
            <a:r>
              <a:rPr dirty="0" err="1"/>
              <a:t>assigned_learning_support_assistant_identifier</a:t>
            </a:r>
            <a:r>
              <a:rPr dirty="0"/>
              <a:t>' and '</a:t>
            </a:r>
            <a:r>
              <a:rPr dirty="0" err="1"/>
              <a:t>regional_jurisdiction</a:t>
            </a:r>
            <a:r>
              <a:rPr dirty="0"/>
              <a:t>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Fast Lookup: Co-locates related student records, accelerating LSA matching dashboards.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Tamper Detection: Every row contains the original payload's SHA-256 hash and schema version 'v1.0.0'.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Row-Level Security (RLS): Multi-Tenant Data Isolation in BigQuery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8448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Policy 1: LSA Student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2595962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Target: Learning Support Assistants.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Predicate: </a:t>
            </a:r>
            <a:r>
              <a:rPr dirty="0" err="1"/>
              <a:t>assigned_learning_support_assistant_identifier</a:t>
            </a:r>
            <a:r>
              <a:rPr dirty="0"/>
              <a:t> = SESSION_USER().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Behavior: When LSA Sarah logs in, </a:t>
            </a:r>
            <a:r>
              <a:rPr dirty="0" err="1"/>
              <a:t>BigQuery</a:t>
            </a:r>
            <a:r>
              <a:rPr dirty="0"/>
              <a:t> automatically filters rows matching '</a:t>
            </a:r>
            <a:r>
              <a:rPr dirty="0" err="1"/>
              <a:t>sarah@habotconnect.internal</a:t>
            </a:r>
            <a:r>
              <a:rPr dirty="0"/>
              <a:t>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Guarantees that LSAs can never inspect student records assigned to other educators.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code change in BI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1520" y="2187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Policy 2: Regional District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98912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Target: Regional Educational Coordinators.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Predicate: </a:t>
            </a:r>
            <a:r>
              <a:rPr dirty="0" err="1"/>
              <a:t>regional_jurisdiction</a:t>
            </a:r>
            <a:r>
              <a:rPr dirty="0"/>
              <a:t> IN (SELECT district FROM mapping WHERE email = SESSION_USER()).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Behavior: Dubai coordinators only see Dubai students; Abu Dhabi coordinators only see Abu Dhabi students.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Complies with municipal education data localization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0080" y="2187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Policy 3: Compliance Full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98912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Target: Compliance Officers &amp; Legal.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Predicate: TRUE (Unfiltered Access).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Behavior: Compliance group has full visibility across all regional jurisdictions.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Required for statutory child welfare audits, legal inquiries, and quality assurance.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Audited via Cloud Audit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Identity &amp; Access Management: Least Privilege &amp; IAM Conditions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80807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Service Account Strict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3727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Ingestion Service Account (</a:t>
            </a:r>
            <a:r>
              <a:rPr dirty="0" err="1"/>
              <a:t>sa</a:t>
            </a:r>
            <a:r>
              <a:rPr dirty="0"/>
              <a:t>-data-ingestion-staging):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Role: roles/</a:t>
            </a:r>
            <a:r>
              <a:rPr dirty="0" err="1"/>
              <a:t>storage.objectCreator</a:t>
            </a:r>
            <a:r>
              <a:rPr dirty="0"/>
              <a:t> only.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IAM Condition: </a:t>
            </a:r>
            <a:r>
              <a:rPr dirty="0" err="1"/>
              <a:t>resource.name.startsWith</a:t>
            </a:r>
            <a:r>
              <a:rPr dirty="0"/>
              <a:t>('.../</a:t>
            </a:r>
            <a:r>
              <a:rPr dirty="0" err="1"/>
              <a:t>student_onboarding_raw</a:t>
            </a:r>
            <a:r>
              <a:rPr dirty="0"/>
              <a:t>/').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Cannot read, list, modify, or delete existing landing objects.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Analytics Pipeline Service Account (</a:t>
            </a:r>
            <a:r>
              <a:rPr dirty="0" err="1"/>
              <a:t>sa</a:t>
            </a:r>
            <a:r>
              <a:rPr dirty="0"/>
              <a:t>-analytics-pipeline-staging):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Role: roles/</a:t>
            </a:r>
            <a:r>
              <a:rPr dirty="0" err="1"/>
              <a:t>storage.objectViewer</a:t>
            </a:r>
            <a:r>
              <a:rPr dirty="0"/>
              <a:t> (GCS) + roles/</a:t>
            </a:r>
            <a:r>
              <a:rPr dirty="0" err="1"/>
              <a:t>bigquery.dataEditor</a:t>
            </a:r>
            <a:r>
              <a:rPr dirty="0"/>
              <a:t> (BQ).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Cannot alter dataset metadata or IAM policies.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Complete segregation of duties: Ingestion cannot read; Analytics cannot write raw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80807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Human Persona Access &amp; KMS Key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722" y="2483727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LSA &amp; Coordinator Google Workspace Groups: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Granted roles/</a:t>
            </a:r>
            <a:r>
              <a:rPr dirty="0" err="1"/>
              <a:t>bigquery.dataViewer</a:t>
            </a:r>
            <a:r>
              <a:rPr dirty="0"/>
              <a:t> on D1 Staged table.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Filtered strictly by Row Access Policies (RLS).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Cloud Storage &amp; </a:t>
            </a:r>
            <a:r>
              <a:rPr dirty="0" err="1"/>
              <a:t>BigQuery</a:t>
            </a:r>
            <a:r>
              <a:rPr dirty="0"/>
              <a:t> Service Agents: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Granted roles/</a:t>
            </a:r>
            <a:r>
              <a:rPr dirty="0" err="1"/>
              <a:t>cloudkms.cryptoKeyEncrypterDecrypter</a:t>
            </a:r>
            <a:r>
              <a:rPr dirty="0"/>
              <a:t> on respective CMEK keys.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GCS and </a:t>
            </a:r>
            <a:r>
              <a:rPr dirty="0" err="1"/>
              <a:t>BigQuery</a:t>
            </a:r>
            <a:r>
              <a:rPr dirty="0"/>
              <a:t> use separate keys, isolating security blast radius.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Developer Access: Developers possess no raw credentials in code or production database consoles.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2: Poka-Yoke Automated CI/CD Build Gate — Fail-Closed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The Golden Rule of Mistake-Proofing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Poka-Yoke Concept: Design systems where it is structurally impossible to make a mistake.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Fail-Closed Design: If an automated check detects any variance, the pipeline stops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No 'Soft Warnings': Linters and security scanners are configured with zero-warning tolerance.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Build Quarantine: Defective commits are tagged, blocked from artifact registries, and logged.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Prevents the exact staging incident where unencrypted API keys bypassed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21813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2. Six-Stage Sequential Quality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1: Static Secret Detection (Gitleaks) — Halts immediately on exposed keys.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2: Code Quality &amp; Formatting (Black, </a:t>
            </a:r>
            <a:r>
              <a:rPr dirty="0" err="1"/>
              <a:t>isort</a:t>
            </a:r>
            <a:r>
              <a:rPr dirty="0"/>
              <a:t>, Flake8) — Enforces structural discipline.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3: SAST &amp; Dependency Audit (Bandit, pip-audit) — Blocks security vulnerabilities.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4: </a:t>
            </a:r>
            <a:r>
              <a:rPr dirty="0" err="1"/>
              <a:t>IaC</a:t>
            </a:r>
            <a:r>
              <a:rPr dirty="0"/>
              <a:t> Syntax &amp; Security (Terraform </a:t>
            </a:r>
            <a:r>
              <a:rPr dirty="0" err="1"/>
              <a:t>fmt</a:t>
            </a:r>
            <a:r>
              <a:rPr dirty="0"/>
              <a:t>, validate, </a:t>
            </a:r>
            <a:r>
              <a:rPr dirty="0" err="1"/>
              <a:t>tfsec</a:t>
            </a:r>
            <a:r>
              <a:rPr dirty="0"/>
              <a:t>) — Audits cloud resources.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5: Automated Test Suite (</a:t>
            </a:r>
            <a:r>
              <a:rPr dirty="0" err="1"/>
              <a:t>Pytest</a:t>
            </a:r>
            <a:r>
              <a:rPr dirty="0"/>
              <a:t>, DCYN, Serializer limits) — Validates logic 100%.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6: Fail-Closed Quarantine Handler — Triggered if: failure().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Poka-Yoke Build Gate: Tooling Breakdown &amp; Inspection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Gates 1 &amp; 2: Secrets &amp; Code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423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Gitleaks Action v2: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Scans complete git commit diffs.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Blocks GCP service account keys, JWTs, and API tokens.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Black (line-length = 100):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Enforces deterministic Python formatting.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Flake8 &amp; </a:t>
            </a:r>
            <a:r>
              <a:rPr dirty="0" err="1"/>
              <a:t>isort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Max line length 100 characters.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Zero tolerance for unused or wildcard imports.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Gates 3 &amp; 4: SAST &amp;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5606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Bandit Security Scanner: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AST-based analysis of backend code.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Flags insecure deserialization, SQLi, and hardcoded secrets.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pip-audit Dependency Auditor: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Scans locked requirements.txt for CVEs.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Terraform </a:t>
            </a:r>
            <a:r>
              <a:rPr dirty="0" err="1"/>
              <a:t>fmt</a:t>
            </a:r>
            <a:r>
              <a:rPr dirty="0"/>
              <a:t> &amp; </a:t>
            </a:r>
            <a:r>
              <a:rPr dirty="0" err="1"/>
              <a:t>tfsec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Enforces canonical HCL formatting.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Blocks unencrypted buckets or public ACLs.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Gates 5 &amp; 6: Tests &amp; Quarantine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245423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</a:t>
            </a:r>
            <a:r>
              <a:rPr dirty="0" err="1"/>
              <a:t>Pytest</a:t>
            </a:r>
            <a:r>
              <a:rPr dirty="0"/>
              <a:t> &amp; </a:t>
            </a:r>
            <a:r>
              <a:rPr dirty="0" err="1"/>
              <a:t>Pytest</a:t>
            </a:r>
            <a:r>
              <a:rPr dirty="0"/>
              <a:t>-Django: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58 unit tests asserting 100% pass rate.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Validates age limits, phone formats, and DCYN normalization.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Quarantine Incident Handler: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Triggered conditionally on any failure.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Emits security alert, revokes CI token, and locks artifact promotion.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Demonstration: Fail-Closed Pipeline Trigger on Insecure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C53030"/>
          </a:solidFill>
          <a:ln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516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1. Insecure Commit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Developer commits test branch containing: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Raw API Secret Key: 'AIzaSyD9876543210ABCDEFGHIJKLMN12345'.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Formatting Violation: Line 102 exceeding 130 characters.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Schema Mismatch: Student age set to 2 years old (under minimum threshold).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GitHub Actions Pipeline triggers on 'git push'.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Gate 1 (Gitleaks) executes regex scan against commit diff.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699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Automated Fail-Closed Execution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1280" y="2441448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[Gitleaks] CRITICAL: Exposed GCP credential pattern detected!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[Status] Process exited with exit code 1 (FAILED).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[Pipeline] Halting downstream test and deploy jobs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[Quarantine Handler] Commit tagged 'quarantined-security-violation'.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[Audit] Deployment permanently blocked; Security lead notified.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Result: The breach never reaches staging. System integrity 100% preserved.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3: DCYN Binary Logic Library — Deterministic Schema Deconstruction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9446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269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Eliminating Human Subjective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Problem: Free-text inputs ('maybe', 'sometimes', 'unknown') cause schema mismatches and break downstream analytics.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Solution: Deterministic Clean Yes/No (DCYN) binary logic library.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Strict Truth Mappings: True, 1, 'yes', 'y', 'true', '1' -&gt; True.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Strict False Mappings: False, 0, 'no', 'n', 'false', '0' -&gt; False.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Strict Rejections: 'maybe', 'partially', 'n/a', 'pending', empty string, or None -&gt; raises </a:t>
            </a:r>
            <a:r>
              <a:rPr dirty="0" err="1"/>
              <a:t>DCYNValidationError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Ambiguity: Mathematical certainty for matching LSAs with special needs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1280" y="192269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Ten Standardized DCYN Onboarding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44398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1. </a:t>
            </a:r>
            <a:r>
              <a:rPr dirty="0" err="1"/>
              <a:t>has_prior_formal_diagnosis</a:t>
            </a:r>
            <a:r>
              <a:rPr dirty="0"/>
              <a:t> (Clinical certified diagnosis).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2. </a:t>
            </a:r>
            <a:r>
              <a:rPr dirty="0" err="1"/>
              <a:t>requires_one_on_one_support</a:t>
            </a:r>
            <a:r>
              <a:rPr dirty="0"/>
              <a:t> (100% dedicated LSA requirement).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3. </a:t>
            </a:r>
            <a:r>
              <a:rPr dirty="0" err="1"/>
              <a:t>has_individualized_education_plan</a:t>
            </a:r>
            <a:r>
              <a:rPr dirty="0"/>
              <a:t> (Active IEP document on record).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4. </a:t>
            </a:r>
            <a:r>
              <a:rPr dirty="0" err="1"/>
              <a:t>requires_non_verbal_communication_assistance</a:t>
            </a:r>
            <a:r>
              <a:rPr dirty="0"/>
              <a:t> (PECS / AAC tools).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5. </a:t>
            </a:r>
            <a:r>
              <a:rPr dirty="0" err="1"/>
              <a:t>has_physical_mobility_assistance_needs</a:t>
            </a:r>
            <a:r>
              <a:rPr dirty="0"/>
              <a:t> (Wheelchair/mobility support).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6. </a:t>
            </a:r>
            <a:r>
              <a:rPr dirty="0" err="1"/>
              <a:t>is_independently_toilet_trained</a:t>
            </a:r>
            <a:r>
              <a:rPr dirty="0"/>
              <a:t> (Personal hygiene independence).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7. </a:t>
            </a:r>
            <a:r>
              <a:rPr dirty="0" err="1"/>
              <a:t>has_sensory_sensitivity_triggers</a:t>
            </a:r>
            <a:r>
              <a:rPr dirty="0"/>
              <a:t> (Acoustic/visual hypersensitivity).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8. </a:t>
            </a:r>
            <a:r>
              <a:rPr dirty="0" err="1"/>
              <a:t>parental_data_processing_consent_granted</a:t>
            </a:r>
            <a:r>
              <a:rPr dirty="0"/>
              <a:t> (UAE Legal Gate - MUST BE TRUE).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9. </a:t>
            </a:r>
            <a:r>
              <a:rPr dirty="0" err="1"/>
              <a:t>emergency_medical_action_plan_available</a:t>
            </a:r>
            <a:r>
              <a:rPr dirty="0"/>
              <a:t> (Pediatric emergency protocol).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10. </a:t>
            </a:r>
            <a:r>
              <a:rPr dirty="0" err="1"/>
              <a:t>transportation_assistance_required</a:t>
            </a:r>
            <a:r>
              <a:rPr dirty="0"/>
              <a:t> (Special school bus transit needs).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3: DRF ModelSerializer — Zero-Judgment Mathematical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3713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Exact Field Boundary Validations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6633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Student Full Name: 2 to 100 characters; regex '^[A-Za-z\s\'-]+$'; trimmed.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Date of Birth: Exact age calculated in fractional years.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Minimum Age Limit: Exactly 3.00 years old (early intervention).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Maximum Age Limit: Exactly 18.00 years old (K-12 graduation limit).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  • Underage (&lt;3) or overage (&gt;18) rejected with precise validation error.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Parent &amp; Emergency Phone: International E.164 regex '^\+[1-9]\d{6,14}$'.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Disposable Email Blocking: Domains like 'mailinator.com' strictly prohibited.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053713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Cross-Field Logic &amp; Streaming Serialization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56633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Emergency Contact Cross-Field Check: Emergency contact cannot be identical in name or phone number to the primary parent.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Parental Consent Legal Gate: </a:t>
            </a:r>
            <a:r>
              <a:rPr dirty="0" err="1"/>
              <a:t>dcyn_parental_data_processing_consent_granted</a:t>
            </a:r>
            <a:r>
              <a:rPr dirty="0"/>
              <a:t> must be TRUE; halts ingestion if False.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Audit Digest: Automatically calculates SHA-256 hash across sorted payload keys.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</a:t>
            </a:r>
            <a:r>
              <a:rPr dirty="0" err="1"/>
              <a:t>to_bigquery_row</a:t>
            </a:r>
            <a:r>
              <a:rPr dirty="0"/>
              <a:t>(): Structures record into native types matching D1 Staged schema.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</a:t>
            </a:r>
            <a:r>
              <a:rPr dirty="0" err="1"/>
              <a:t>to_pubsub_message</a:t>
            </a:r>
            <a:r>
              <a:rPr dirty="0"/>
              <a:t>(): Encodes payload as UTF-8 JSON for Cloud Pub/Sub topic.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 Suite: Mathematical Proof of System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637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1. Unit Testing Results (Pytest)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318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58 Total Unit Tests Executed.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58 Passed in 0.78 seconds (100% Success).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DCYN logic testing: Truthy, Falsy, and all ambiguous rejections.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Serializer limits: Exact age limits, E.164 phone formats, duplicate contact rejection.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• Security tests: Leaked secret payload rejection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06354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Structural Linter (Flake8)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258318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Flake8 Command: flake8 backend/ --config=.flake8.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Result: 0 Errors, 0 Warnings.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Enforces max line length = 100.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Deterministic formatting via Black and </a:t>
            </a:r>
            <a:r>
              <a:rPr dirty="0" err="1"/>
              <a:t>isort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unused imports or syntax warnings.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9774" y="20637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3. Security SAST (Bandit)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9774" y="258318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Bandit Command: bandit -r backend/ -</a:t>
            </a:r>
            <a:r>
              <a:rPr dirty="0" err="1"/>
              <a:t>ll</a:t>
            </a:r>
            <a:r>
              <a:rPr dirty="0"/>
              <a:t> -ii.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Result: 0 High/Medium Severity Issues.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hardcoded secrets detected.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Zero SQL injection or insecure deserialization flaws.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100% Fail-Closed verified.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D8936"/>
                </a:solidFill>
              </a:defRPr>
            </a:pPr>
            <a:r>
              <a:t>HABOT CONNECT FZCO | HIRING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Conclusion: Production Readiness &amp; DevOps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Shaik Akram | Junior Cloud &amp; DevOps Engineer | +91 6302806015 | akramshaik1512@gmail.com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42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1. Delivered Solutions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27432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Complete Staging Restoration: Full resolution of the junior developer incident.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Terraform </a:t>
            </a:r>
            <a:r>
              <a:rPr dirty="0" err="1"/>
              <a:t>IaC</a:t>
            </a:r>
            <a:r>
              <a:rPr dirty="0"/>
              <a:t> Blueprint: Automated GCS D0 Landing, </a:t>
            </a:r>
            <a:r>
              <a:rPr dirty="0" err="1"/>
              <a:t>BigQuery</a:t>
            </a:r>
            <a:r>
              <a:rPr dirty="0"/>
              <a:t> D1 Staged, CMEK, and RLS.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Poka-Yoke CI/CD Build Gate: Fail-Closed GitHub Actions pipeline blocking secrets and lint errors.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DCYN Logic Library: Zero-judgment binary normalization of special needs onboarding data.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Full Documentation: 15-slide presentation, wrapped-text Excel schema mapping, and markdown blueprints.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442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2. Candidate Commitment &amp;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842" y="27432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Candidate: Shaik Akram | +91 6302806015 | akramshaik1512@gmail.com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Demonstrated mastery of GCP </a:t>
            </a:r>
            <a:r>
              <a:rPr dirty="0" err="1"/>
              <a:t>IaC</a:t>
            </a:r>
            <a:r>
              <a:rPr dirty="0"/>
              <a:t>, DRF backend development, and Poka-Yoke automation.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Thrives in </a:t>
            </a:r>
            <a:r>
              <a:rPr dirty="0" err="1"/>
              <a:t>HabotConnect's</a:t>
            </a:r>
            <a:r>
              <a:rPr dirty="0"/>
              <a:t> quiet management, detail-obsessed, 100% remote culture.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Ready to present this blueprint to the CEO, Team Lead, and Engineering Panel.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rPr dirty="0"/>
              <a:t>• Thank you for the opportunity to participate in this hiring simulation!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3325</Words>
  <Application>Microsoft Office PowerPoint</Application>
  <PresentationFormat>Widescreen</PresentationFormat>
  <Paragraphs>274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 AKRAM</cp:lastModifiedBy>
  <cp:revision>16</cp:revision>
  <dcterms:created xsi:type="dcterms:W3CDTF">2013-01-27T09:14:16Z</dcterms:created>
  <dcterms:modified xsi:type="dcterms:W3CDTF">2026-09-10T18:08:45Z</dcterms:modified>
  <cp:category/>
</cp:coreProperties>
</file>